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everyone. Today I am presenting my project, Indian Folk Art Intelligence System. This AI-powered application identifies Indian folk art styles, predicts authenticity, explains its decisions using Explainable AI, and provides cultural information about each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two major problems: 1. Style identification 2. Authenticity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a single uploaded image generates multiple intelligent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Briefly explain how all modules work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CNN in simple words and mention transfer learning with ResNet18.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changing the approach improved performance significantly.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the model shows WHY it made the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it with 'You May Also Like'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education and cultural preservation.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achieved accuracy and testing methodology.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all technologies integrate into a full-stack AI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by explaining that the project combines AI with Indian cultural heritage to create a practical, educational, and trustworthy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9144000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3200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4400" b="1">
                <a:solidFill>
                  <a:srgbClr val="D4AF37"/>
                </a:solidFill>
                <a:latin typeface="Poppins"/>
              </a:rPr>
              <a:t>INDIAN FOLK ART INTELLIGENCE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2400" b="0">
                <a:solidFill>
                  <a:srgbClr val="FFFFFF"/>
                </a:solidFill>
                <a:latin typeface="Poppins"/>
              </a:rPr>
              <a:t>Style Classification &amp; Authenticity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4B5563"/>
                </a:solidFill>
                <a:latin typeface="Calibri"/>
              </a:rPr>
              <a:t>🤖 AI-powered Folk Art Recognition</a:t>
            </a:r>
          </a:p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4B5563"/>
                </a:solidFill>
                <a:latin typeface="Calibri"/>
              </a:rPr>
              <a:t>🔍 Explainable AI</a:t>
            </a:r>
          </a:p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4B5563"/>
                </a:solidFill>
                <a:latin typeface="Calibri"/>
              </a:rPr>
              <a:t>✅ Authenticity Detection</a:t>
            </a:r>
          </a:p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4B5563"/>
                </a:solidFill>
                <a:latin typeface="Calibri"/>
              </a:rPr>
              <a:t>🏛️ Cultural Heritage Preservation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9144000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600" b="1">
                <a:solidFill>
                  <a:srgbClr val="1E3A8A"/>
                </a:solidFill>
                <a:latin typeface="Poppins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Identifying different Indian folk art styles is difficult for untrained eyes.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Online marketplaces are flooded with counterfeit artworks.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Buyers have no reliable way to verify authenticity.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Lack of mainstream awareness about India's traditional art forms.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9144000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600" b="1">
                <a:solidFill>
                  <a:srgbClr val="1E3A8A"/>
                </a:solidFill>
                <a:latin typeface="Poppins"/>
              </a:rPr>
              <a:t>Project Objective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Upload one painting image and automatically: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► Identify Art Style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► Detect Authenticity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► Explain AI Prediction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► Find Similar Paintings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► Display Cultural Information</a:t>
            </a:r>
          </a:p>
        </p:txBody>
      </p:sp>
      <p:sp>
        <p:nvSpPr>
          <p:cNvPr id="7" name="Hexagon 6"/>
          <p:cNvSpPr/>
          <p:nvPr/>
        </p:nvSpPr>
        <p:spPr>
          <a:xfrm>
            <a:off x="4572000" y="2743200"/>
            <a:ext cx="1280160" cy="1097280"/>
          </a:xfrm>
          <a:prstGeom prst="hexagon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3A8A"/>
                </a:solidFill>
                <a:latin typeface="Poppins"/>
              </a:rPr>
              <a:t>Upload</a:t>
            </a:r>
            <a:br/>
            <a:r>
              <a:rPr sz="1400" b="1">
                <a:solidFill>
                  <a:srgbClr val="1E3A8A"/>
                </a:solidFill>
                <a:latin typeface="Poppins"/>
              </a:rPr>
              <a:t>Image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52160" y="3200400"/>
            <a:ext cx="182880" cy="182880"/>
          </a:xfrm>
          <a:prstGeom prst="rightArrow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xagon 8"/>
          <p:cNvSpPr/>
          <p:nvPr/>
        </p:nvSpPr>
        <p:spPr>
          <a:xfrm>
            <a:off x="6035040" y="2743200"/>
            <a:ext cx="1280160" cy="1097280"/>
          </a:xfrm>
          <a:prstGeom prst="hexagon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3A8A"/>
                </a:solidFill>
                <a:latin typeface="Poppins"/>
              </a:rPr>
              <a:t>AI</a:t>
            </a:r>
            <a:br/>
            <a:r>
              <a:rPr sz="1400" b="1">
                <a:solidFill>
                  <a:srgbClr val="1E3A8A"/>
                </a:solidFill>
                <a:latin typeface="Poppins"/>
              </a:rPr>
              <a:t>Processing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315200" y="3200400"/>
            <a:ext cx="182880" cy="182880"/>
          </a:xfrm>
          <a:prstGeom prst="rightArrow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7498079" y="2743200"/>
            <a:ext cx="1280160" cy="1097280"/>
          </a:xfrm>
          <a:prstGeom prst="hexagon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3A8A"/>
                </a:solidFill>
                <a:latin typeface="Poppins"/>
              </a:rPr>
              <a:t>Results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9144000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600" b="1">
                <a:solidFill>
                  <a:srgbClr val="1E3A8A"/>
                </a:solidFill>
                <a:latin typeface="Poppins"/>
              </a:rPr>
              <a:t>System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Five integrated intelligent modules.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End-to-end pipeline from image upload to insights.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Seamless integration of Deep Learning and Machine Learning.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371600"/>
            <a:ext cx="3200400" cy="7315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oppins"/>
              </a:rPr>
              <a:t>1. Style</a:t>
            </a:r>
            <a:br/>
            <a:r>
              <a:rPr sz="1600" b="1">
                <a:solidFill>
                  <a:srgbClr val="FFFFFF"/>
                </a:solidFill>
                <a:latin typeface="Poppins"/>
              </a:rPr>
              <a:t>Classification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2377440"/>
            <a:ext cx="3200400" cy="7315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oppins"/>
              </a:rPr>
              <a:t>2. Authenticity</a:t>
            </a:r>
            <a:br/>
            <a:r>
              <a:rPr sz="1600" b="1">
                <a:solidFill>
                  <a:srgbClr val="FFFFFF"/>
                </a:solidFill>
                <a:latin typeface="Poppins"/>
              </a:rPr>
              <a:t>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3383280"/>
            <a:ext cx="3200400" cy="7315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oppins"/>
              </a:rPr>
              <a:t>3. Explainable</a:t>
            </a:r>
            <a:br/>
            <a:r>
              <a:rPr sz="1600" b="1">
                <a:solidFill>
                  <a:srgbClr val="FFFFFF"/>
                </a:solidFill>
                <a:latin typeface="Poppins"/>
              </a:rPr>
              <a:t>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4389120"/>
            <a:ext cx="3200400" cy="7315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oppins"/>
              </a:rPr>
              <a:t>4. Similarity</a:t>
            </a:r>
            <a:br/>
            <a:r>
              <a:rPr sz="1600" b="1">
                <a:solidFill>
                  <a:srgbClr val="FFFFFF"/>
                </a:solidFill>
                <a:latin typeface="Poppins"/>
              </a:rPr>
              <a:t>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5394960"/>
            <a:ext cx="3200400" cy="7315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oppins"/>
              </a:rPr>
              <a:t>5. Cultural</a:t>
            </a:r>
            <a:br/>
            <a:r>
              <a:rPr sz="1600" b="1">
                <a:solidFill>
                  <a:srgbClr val="FFFFFF"/>
                </a:solidFill>
                <a:latin typeface="Poppins"/>
              </a:rPr>
              <a:t>Info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9144000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600" b="1">
                <a:solidFill>
                  <a:srgbClr val="1E3A8A"/>
                </a:solidFill>
                <a:latin typeface="Poppins"/>
              </a:rPr>
              <a:t>Style Classification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Model: ResNet18 CNN (Transfer Learning)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Dataset: 8 distinct Indian Folk Art Styles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Why CNN?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  • Learns shapes, textures, colors, and artistic patterns.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Accuracy: 90% on unseen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9144000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600" b="1">
                <a:solidFill>
                  <a:srgbClr val="1E3A8A"/>
                </a:solidFill>
                <a:latin typeface="Poppins"/>
              </a:rPr>
              <a:t>Authenticity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Initial Approach: CNN (55–60% accuracy)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Problem: CNN ignored fine texture differences.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Final Approach: Extract image features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  • Sharpness, Color richness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  • Edge density, Noise patterns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Classifier: Random Forest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Final Accuracy: 91%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286000"/>
            <a:ext cx="1828800" cy="914400"/>
          </a:xfrm>
          <a:prstGeom prst="roundRect">
            <a:avLst/>
          </a:prstGeom>
          <a:solidFill>
            <a:srgbClr val="EF444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oppins"/>
              </a:rPr>
              <a:t>CNN Approach ❌</a:t>
            </a:r>
            <a:br/>
            <a:r>
              <a:rPr sz="1600" b="1">
                <a:solidFill>
                  <a:srgbClr val="FFFFFF"/>
                </a:solidFill>
                <a:latin typeface="Poppins"/>
              </a:rPr>
              <a:t>(55-60%)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286000"/>
            <a:ext cx="1828800" cy="914400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oppins"/>
              </a:rPr>
              <a:t>Random Forest ✅</a:t>
            </a:r>
            <a:br/>
            <a:r>
              <a:rPr sz="1600" b="1">
                <a:solidFill>
                  <a:srgbClr val="FFFFFF"/>
                </a:solidFill>
                <a:latin typeface="Poppins"/>
              </a:rPr>
              <a:t>(91%)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9144000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600" b="1">
                <a:solidFill>
                  <a:srgbClr val="1E3A8A"/>
                </a:solidFill>
                <a:latin typeface="Poppins"/>
              </a:rPr>
              <a:t>Explainability using Grad-CAM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AI predictions must be transparent and trustworthy.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Grad-CAM generates visual attention heatmaps.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Highlights specific regions influencing the prediction.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Transforms the model from a 'black box' to an interpretable system.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9144000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600" b="1">
                <a:solidFill>
                  <a:srgbClr val="1E3A8A"/>
                </a:solidFill>
                <a:latin typeface="Poppins"/>
              </a:rPr>
              <a:t>Similarity 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Extracts deep image embeddings from the CNN.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Compares the uploaded artwork against the entire dataset.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Retrieves visually and stylistically similar paintings.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Acts as a powerful discovery engine (like 'You May Also Like').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9144000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600" b="1">
                <a:solidFill>
                  <a:srgbClr val="1E3A8A"/>
                </a:solidFill>
                <a:latin typeface="Poppins"/>
              </a:rPr>
              <a:t>Cultural Context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Displays rich metadata for each predicted style: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  • History &amp; State of Origin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  • Traditional Significance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  • Symbolism &amp; Artistic Characteristics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Bridges the gap between technical AI and cultural education.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9144000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600" b="1">
                <a:solidFill>
                  <a:srgbClr val="1E3A8A"/>
                </a:solidFill>
                <a:latin typeface="Poppins"/>
              </a:rPr>
              <a:t>Results &amp;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Rigorous testing on unseen validation data.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Style Classification Accuracy: 90%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Authenticity Detection Accuracy: 91%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High confidence and recall across multiple folk art classes.</a:t>
            </a:r>
          </a:p>
        </p:txBody>
      </p:sp>
      <p:sp>
        <p:nvSpPr>
          <p:cNvPr id="7" name="Donut 6"/>
          <p:cNvSpPr/>
          <p:nvPr/>
        </p:nvSpPr>
        <p:spPr>
          <a:xfrm>
            <a:off x="5029200" y="2286000"/>
            <a:ext cx="1645920" cy="1645920"/>
          </a:xfrm>
          <a:prstGeom prst="donu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41148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4B5563"/>
                </a:solidFill>
                <a:latin typeface="Poppins"/>
              </a:rPr>
              <a:t>Style</a:t>
            </a:r>
            <a:br/>
            <a:r>
              <a:rPr sz="1600" b="1">
                <a:solidFill>
                  <a:srgbClr val="4B5563"/>
                </a:solidFill>
                <a:latin typeface="Poppins"/>
              </a:rPr>
              <a:t>90%</a:t>
            </a:r>
          </a:p>
        </p:txBody>
      </p:sp>
      <p:sp>
        <p:nvSpPr>
          <p:cNvPr id="9" name="Donut 8"/>
          <p:cNvSpPr/>
          <p:nvPr/>
        </p:nvSpPr>
        <p:spPr>
          <a:xfrm>
            <a:off x="7132320" y="2286000"/>
            <a:ext cx="1645920" cy="1645920"/>
          </a:xfrm>
          <a:prstGeom prst="donut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41148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4B5563"/>
                </a:solidFill>
                <a:latin typeface="Poppins"/>
              </a:rPr>
              <a:t>Authenticity</a:t>
            </a:r>
            <a:br/>
            <a:r>
              <a:rPr sz="1600" b="1">
                <a:solidFill>
                  <a:srgbClr val="4B5563"/>
                </a:solidFill>
                <a:latin typeface="Poppins"/>
              </a:rPr>
              <a:t>91%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9144000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600" b="1">
                <a:solidFill>
                  <a:srgbClr val="1E3A8A"/>
                </a:solidFill>
                <a:latin typeface="Poppins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A full-stack, production-ready AI application.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Microservices architecture separating ML and web layers.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Real-time inference and responsive UI.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371600"/>
            <a:ext cx="3200400" cy="7315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oppins"/>
              </a:rPr>
              <a:t>React (Frontend)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2286000"/>
            <a:ext cx="3200400" cy="7315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3A8A"/>
                </a:solidFill>
                <a:latin typeface="Poppins"/>
              </a:rPr>
              <a:t>FastAPI (Backend)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3200400"/>
            <a:ext cx="3200400" cy="7315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oppins"/>
              </a:rPr>
              <a:t>PyTorch (Deep Learning)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4114800"/>
            <a:ext cx="3200400" cy="7315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3A8A"/>
                </a:solidFill>
                <a:latin typeface="Poppins"/>
              </a:rPr>
              <a:t>Scikit-learn (Machine Learning)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5029200"/>
            <a:ext cx="3200400" cy="7315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oppins"/>
              </a:rPr>
              <a:t>OpenCV (Image Processing)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9144000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600" b="1">
                <a:solidFill>
                  <a:srgbClr val="1E3A8A"/>
                </a:solidFill>
                <a:latin typeface="Poppins"/>
              </a:rPr>
              <a:t>Conclusion &amp; 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Project Achievements: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✔ AI-based Style Classification &amp; Authenticity Verification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✔ Explainable AI, Similarity Search, Cultural Education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• Future Scope: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► Include more folk art styles and larger datasets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► Develop a mobile application</a:t>
            </a:r>
          </a:p>
          <a:p>
            <a:pPr algn="l">
              <a:spcAft>
                <a:spcPts val="15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► Museum integration and Marketplace verification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